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4" d="100"/>
          <a:sy n="44" d="100"/>
        </p:scale>
        <p:origin x="6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5C33-E5D7-4B8D-93A9-8E2EDD395036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6196D-5041-4D4B-AAF3-82F96D6492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8198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5C33-E5D7-4B8D-93A9-8E2EDD395036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6196D-5041-4D4B-AAF3-82F96D6492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4165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5C33-E5D7-4B8D-93A9-8E2EDD395036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6196D-5041-4D4B-AAF3-82F96D6492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5010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5C33-E5D7-4B8D-93A9-8E2EDD395036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6196D-5041-4D4B-AAF3-82F96D6492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0635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5C33-E5D7-4B8D-93A9-8E2EDD395036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6196D-5041-4D4B-AAF3-82F96D6492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652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5C33-E5D7-4B8D-93A9-8E2EDD395036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6196D-5041-4D4B-AAF3-82F96D6492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5761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5C33-E5D7-4B8D-93A9-8E2EDD395036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6196D-5041-4D4B-AAF3-82F96D6492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9454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5C33-E5D7-4B8D-93A9-8E2EDD395036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6196D-5041-4D4B-AAF3-82F96D6492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0996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5C33-E5D7-4B8D-93A9-8E2EDD395036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6196D-5041-4D4B-AAF3-82F96D6492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2986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5C33-E5D7-4B8D-93A9-8E2EDD395036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6196D-5041-4D4B-AAF3-82F96D6492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750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5C33-E5D7-4B8D-93A9-8E2EDD395036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6196D-5041-4D4B-AAF3-82F96D6492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780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B5C33-E5D7-4B8D-93A9-8E2EDD395036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6196D-5041-4D4B-AAF3-82F96D6492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715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Email:</a:t>
            </a:r>
            <a:br>
              <a:rPr lang="en-US" altLang="zh-TW" dirty="0"/>
            </a:br>
            <a:r>
              <a:rPr lang="en-US" altLang="zh-TW" dirty="0"/>
              <a:t>lmtc1111@hotmail.com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21598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假設你是一個系統管理員，建立新的 </a:t>
            </a:r>
            <a:r>
              <a:rPr lang="en-US" altLang="zh-TW" dirty="0"/>
              <a:t>server</a:t>
            </a:r>
            <a:r>
              <a:rPr lang="zh-TW" altLang="en-US" dirty="0"/>
              <a:t> 之後：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horz"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/</a:t>
            </a:r>
            <a:r>
              <a:rPr lang="en-US" altLang="zh-TW" dirty="0" err="1"/>
              <a:t>etc</a:t>
            </a:r>
            <a:r>
              <a:rPr lang="en-US" altLang="zh-TW" dirty="0"/>
              <a:t>/apt/</a:t>
            </a:r>
            <a:r>
              <a:rPr lang="en-US" altLang="zh-TW" dirty="0" err="1"/>
              <a:t>sources.list</a:t>
            </a:r>
            <a:r>
              <a:rPr lang="en-US" altLang="zh-TW" dirty="0"/>
              <a:t> </a:t>
            </a:r>
            <a:r>
              <a:rPr lang="zh-TW" altLang="en-US" dirty="0"/>
              <a:t>檔案中有 </a:t>
            </a:r>
            <a:r>
              <a:rPr lang="en-US" altLang="zh-TW" dirty="0"/>
              <a:t>apt </a:t>
            </a:r>
            <a:r>
              <a:rPr lang="zh-TW" altLang="en-US" dirty="0"/>
              <a:t>程式找尋軟體安裝檔案的網址，今天你建立新的 </a:t>
            </a:r>
            <a:r>
              <a:rPr lang="en-US" altLang="zh-TW" dirty="0"/>
              <a:t>server </a:t>
            </a:r>
            <a:r>
              <a:rPr lang="zh-TW" altLang="en-US" dirty="0"/>
              <a:t>後發現 </a:t>
            </a:r>
            <a:r>
              <a:rPr lang="en-US" altLang="zh-TW" dirty="0"/>
              <a:t>apt </a:t>
            </a:r>
            <a:r>
              <a:rPr lang="zh-TW" altLang="en-US" dirty="0"/>
              <a:t>連線到美國去抓取安裝檔案。</a:t>
            </a:r>
            <a:br>
              <a:rPr lang="en-US" altLang="zh-TW" dirty="0"/>
            </a:br>
            <a:r>
              <a:rPr lang="zh-TW" altLang="en-US" dirty="0"/>
              <a:t>請問你要用什麼指令找到目前用的網址，又用什麼指令修改內容？</a:t>
            </a:r>
            <a:r>
              <a:rPr lang="en-US" altLang="zh-TW" dirty="0" err="1"/>
              <a:t>tw.archive</a:t>
            </a:r>
            <a:r>
              <a:rPr lang="en-US" altLang="zh-TW" dirty="0"/>
              <a:t> ==&gt; </a:t>
            </a:r>
            <a:r>
              <a:rPr lang="zh-TW" altLang="en-US" dirty="0"/>
              <a:t>改成 </a:t>
            </a:r>
            <a:r>
              <a:rPr lang="en-US" altLang="zh-TW" dirty="0" err="1"/>
              <a:t>nchc</a:t>
            </a:r>
            <a:r>
              <a:rPr lang="en-US" altLang="zh-TW" dirty="0"/>
              <a:t> (</a:t>
            </a:r>
            <a:r>
              <a:rPr lang="zh-TW" altLang="en-US" dirty="0"/>
              <a:t>不要用 </a:t>
            </a:r>
            <a:r>
              <a:rPr lang="en-US" altLang="zh-TW" dirty="0" err="1"/>
              <a:t>nano</a:t>
            </a:r>
            <a:r>
              <a:rPr lang="en-US" altLang="zh-TW" dirty="0"/>
              <a:t> / vi / notepad++)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新建立的 </a:t>
            </a:r>
            <a:r>
              <a:rPr lang="en-US" altLang="zh-TW" dirty="0"/>
              <a:t>server </a:t>
            </a:r>
            <a:r>
              <a:rPr lang="zh-TW" altLang="en-US" dirty="0"/>
              <a:t>需要建立 </a:t>
            </a:r>
            <a:r>
              <a:rPr lang="en-US" altLang="zh-TW" dirty="0"/>
              <a:t>10 </a:t>
            </a:r>
            <a:r>
              <a:rPr lang="zh-TW" altLang="en-US" dirty="0"/>
              <a:t>個新的 </a:t>
            </a:r>
            <a:r>
              <a:rPr lang="en-US" altLang="zh-TW" dirty="0"/>
              <a:t>user</a:t>
            </a:r>
            <a:r>
              <a:rPr lang="zh-TW" altLang="en-US" dirty="0"/>
              <a:t>，請寫出一個 </a:t>
            </a:r>
            <a:r>
              <a:rPr lang="en-US" altLang="zh-TW" dirty="0"/>
              <a:t>bash shell script </a:t>
            </a:r>
            <a:r>
              <a:rPr lang="zh-TW" altLang="en-US" dirty="0"/>
              <a:t>來幫你建立這 </a:t>
            </a:r>
            <a:r>
              <a:rPr lang="en-US" altLang="zh-TW" dirty="0"/>
              <a:t>10 </a:t>
            </a:r>
            <a:r>
              <a:rPr lang="zh-TW" altLang="en-US" dirty="0"/>
              <a:t>個 </a:t>
            </a:r>
            <a:r>
              <a:rPr lang="en-US" altLang="zh-TW" dirty="0"/>
              <a:t>user</a:t>
            </a:r>
            <a:r>
              <a:rPr lang="zh-TW" altLang="en-US" dirty="0"/>
              <a:t>：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dirty="0"/>
              <a:t>Alice, Benny, Charlie, Doug, Eason, Felix, Glenda, Henry, Ivy, Jason</a:t>
            </a:r>
            <a:br>
              <a:rPr lang="en-US" altLang="zh-TW" dirty="0"/>
            </a:br>
            <a:r>
              <a:rPr lang="zh-TW" altLang="en-US" dirty="0"/>
              <a:t>（這十個名字在 </a:t>
            </a:r>
            <a:r>
              <a:rPr lang="en-US" altLang="zh-TW" dirty="0"/>
              <a:t>test_names.txt </a:t>
            </a:r>
            <a:r>
              <a:rPr lang="zh-TW" altLang="en-US" dirty="0"/>
              <a:t>檔案中，請用這個檔案）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Alice </a:t>
            </a:r>
            <a:r>
              <a:rPr lang="zh-TW" altLang="en-US" dirty="0"/>
              <a:t>跟 </a:t>
            </a:r>
            <a:r>
              <a:rPr lang="en-US" altLang="zh-TW" dirty="0"/>
              <a:t>Benny </a:t>
            </a:r>
            <a:r>
              <a:rPr lang="zh-TW" altLang="en-US" dirty="0"/>
              <a:t>是你的 </a:t>
            </a:r>
            <a:r>
              <a:rPr lang="en-US" altLang="zh-TW" dirty="0"/>
              <a:t>leader</a:t>
            </a:r>
            <a:r>
              <a:rPr lang="zh-TW" altLang="en-US" dirty="0"/>
              <a:t>，請寫一個 </a:t>
            </a:r>
            <a:r>
              <a:rPr lang="en-US" altLang="zh-TW" dirty="0"/>
              <a:t>script </a:t>
            </a:r>
            <a:r>
              <a:rPr lang="zh-TW" altLang="en-US" dirty="0"/>
              <a:t>設定當遇到這兩位時，需要幫他們設定可以用 </a:t>
            </a:r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zh-TW" altLang="en-US" dirty="0"/>
              <a:t>群組。</a:t>
            </a:r>
            <a:br>
              <a:rPr lang="en-US" altLang="zh-TW" dirty="0"/>
            </a:br>
            <a:r>
              <a:rPr lang="zh-TW" altLang="en-US" dirty="0"/>
              <a:t>其他同事（包括 </a:t>
            </a:r>
            <a:r>
              <a:rPr lang="en-US" altLang="zh-TW" dirty="0"/>
              <a:t>Alice &amp; Benny</a:t>
            </a:r>
            <a:r>
              <a:rPr lang="zh-TW" altLang="en-US" dirty="0"/>
              <a:t>）都要添加一個群組叫做 </a:t>
            </a:r>
            <a:r>
              <a:rPr lang="en-US" altLang="zh-TW" dirty="0"/>
              <a:t>airflow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6997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作業檔案格式：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horz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文字檔 </a:t>
            </a:r>
            <a:r>
              <a:rPr lang="en-US" altLang="zh-TW" dirty="0"/>
              <a:t>(</a:t>
            </a:r>
            <a:r>
              <a:rPr lang="zh-TW" altLang="en-US" dirty="0"/>
              <a:t>指令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/ ppt </a:t>
            </a:r>
            <a:r>
              <a:rPr lang="zh-TW" altLang="en-US" dirty="0"/>
              <a:t>含結果截圖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檔案命名：</a:t>
            </a:r>
            <a:endParaRPr lang="en-US" altLang="zh-TW" dirty="0"/>
          </a:p>
          <a:p>
            <a:pPr lvl="1"/>
            <a:r>
              <a:rPr lang="en-US" altLang="zh-TW" dirty="0"/>
              <a:t>aipe02_</a:t>
            </a:r>
            <a:r>
              <a:rPr lang="zh-TW" altLang="en-US" dirty="0"/>
              <a:t>座號</a:t>
            </a:r>
            <a:r>
              <a:rPr lang="en-US" altLang="zh-TW" dirty="0"/>
              <a:t>_</a:t>
            </a:r>
            <a:r>
              <a:rPr lang="zh-TW" altLang="en-US" dirty="0"/>
              <a:t>名字</a:t>
            </a:r>
          </a:p>
        </p:txBody>
      </p:sp>
    </p:spTree>
    <p:extLst>
      <p:ext uri="{BB962C8B-B14F-4D97-AF65-F5344CB8AC3E}">
        <p14:creationId xmlns:p14="http://schemas.microsoft.com/office/powerpoint/2010/main" val="1742810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228</Words>
  <Application>Microsoft Office PowerPoint</Application>
  <PresentationFormat>寬螢幕</PresentationFormat>
  <Paragraphs>10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Office 佈景主題</vt:lpstr>
      <vt:lpstr>PowerPoint 簡報</vt:lpstr>
      <vt:lpstr>假設你是一個系統管理員，建立新的 server 之後：</vt:lpstr>
      <vt:lpstr>作業檔案格式：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student</dc:creator>
  <cp:lastModifiedBy>student</cp:lastModifiedBy>
  <cp:revision>14</cp:revision>
  <dcterms:created xsi:type="dcterms:W3CDTF">2023-12-17T01:02:20Z</dcterms:created>
  <dcterms:modified xsi:type="dcterms:W3CDTF">2025-12-14T06:21:48Z</dcterms:modified>
</cp:coreProperties>
</file>